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7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ORTSKASSE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6EE7B7"/>
                </a:solidFill>
              </a:defRPr>
            </a:pPr>
            <a:r>
              <a:t>Netflix für dein Dorf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7F3D0"/>
                </a:solidFill>
              </a:defRPr>
            </a:pPr>
            <a:r>
              <a:t>Subscription-based local commerce membership</a:t>
            </a:r>
            <a:br/>
            <a:r>
              <a:t>for DACH villages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F3D0"/>
                </a:solidFill>
              </a:defRPr>
            </a:pPr>
            <a:r>
              <a:t>ortskasse.at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47357"/>
                </a:solidFill>
              </a:defRPr>
            </a:pPr>
            <a:r>
              <a:t>Das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Lokale Geschäfte verlieren Kunden an Online-Handel und Supermarktketten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Dörfer verlieren wirtschaftliche Vitalität — Ortskerne sterben aus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Bestehende Lösungen (Regionalgeld, Payback, Groupon) sind komplex und skalieren nicht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72% aller KMU-Digitalisierungsprojekte scheitern an mangelnder Akzeptanz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€ Milliarden an lokaler Kaufkraft fließen jedes Jahr aus DACH-Gemeinden 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47357"/>
                </a:solidFill>
              </a:defRPr>
            </a:pPr>
            <a:r>
              <a:t>Die Lösung: Ortskasse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Monatsabo (€9,90–24,90) = sofort 15–25% Rabatt bei ALLEN lokalen Geschäften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Keine Gutscheine, keine Punkte — Karte scannen, sparen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Gemeinde bekommt Echtzeit-Dashboard + Dorffonds (10% jedes Abos)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Betriebe zahlen nichts — tauschen Marge gegen garantierten Fußverkehr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Kein Zahlungslizenz nötig — identifikationsbasiert, nicht zahlungsbasiert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47357"/>
                </a:solidFill>
              </a:defRPr>
            </a:pPr>
            <a:r>
              <a:t>Der Markt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11.000+ Gemeinden in der DACH-Region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2.000+ Dörfer mit 500–5.000 Einwohnern (Sweet Spot)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Hyperlocal Services: $2,9B → $3,3B (15,4% CAGR)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TAM: 2.000 Dörfer × €30k/Jahr = €60M ARR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47357"/>
                </a:solidFill>
              </a:defRPr>
            </a:pPr>
            <a:r>
              <a:t>Geschäftsmodell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C1C1C"/>
                </a:solidFill>
              </a:defRPr>
            </a:pPr>
            <a:r>
              <a:t>3 Abo-Stufen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1C1C"/>
                </a:solidFill>
              </a:defRPr>
            </a:pPr>
            <a:r>
              <a:t>  Basis: €9,90/Mo — 15% Rabatt</a:t>
            </a:r>
          </a:p>
          <a:p>
            <a:pPr>
              <a:spcAft>
                <a:spcPts val="800"/>
              </a:spcAft>
              <a:defRPr sz="1800">
                <a:solidFill>
                  <a:srgbClr val="1C1C1C"/>
                </a:solidFill>
              </a:defRPr>
            </a:pPr>
            <a:r>
              <a:t>  Plus: €14,90/Mo — 20% Rabatt + NFC-Karte</a:t>
            </a:r>
          </a:p>
          <a:p>
            <a:pPr>
              <a:spcAft>
                <a:spcPts val="800"/>
              </a:spcAft>
              <a:defRPr sz="1800">
                <a:solidFill>
                  <a:srgbClr val="1C1C1C"/>
                </a:solidFill>
              </a:defRPr>
            </a:pPr>
            <a:r>
              <a:t>  Dorf: €24,90/Mo — 25% Rabatt + Familie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C1C1C"/>
                </a:solidFill>
              </a:defRPr>
            </a:pPr>
            <a:r>
              <a:t>Revenue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1C1C"/>
                </a:solidFill>
              </a:defRPr>
            </a:pPr>
            <a:r>
              <a:t>  70% → Plattform (Ortskasse)</a:t>
            </a:r>
          </a:p>
          <a:p>
            <a:pPr>
              <a:spcAft>
                <a:spcPts val="800"/>
              </a:spcAft>
              <a:defRPr sz="1800">
                <a:solidFill>
                  <a:srgbClr val="1C1C1C"/>
                </a:solidFill>
              </a:defRPr>
            </a:pPr>
            <a:r>
              <a:t>  20% → Gemeinde</a:t>
            </a:r>
          </a:p>
          <a:p>
            <a:pPr>
              <a:spcAft>
                <a:spcPts val="800"/>
              </a:spcAft>
              <a:defRPr sz="1800">
                <a:solidFill>
                  <a:srgbClr val="1C1C1C"/>
                </a:solidFill>
              </a:defRPr>
            </a:pPr>
            <a:r>
              <a:t>  10% → Dorffonds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C1C1C"/>
                </a:solidFill>
              </a:defRPr>
            </a:pPr>
            <a:r>
              <a:t>Unit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688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1C1C"/>
                </a:solidFill>
              </a:defRPr>
            </a:pPr>
            <a:r>
              <a:t>  Break-even: ~45 Abonnenten pro Dorf</a:t>
            </a:r>
          </a:p>
          <a:p>
            <a:pPr>
              <a:spcAft>
                <a:spcPts val="800"/>
              </a:spcAft>
              <a:defRPr sz="1800">
                <a:solidFill>
                  <a:srgbClr val="1C1C1C"/>
                </a:solidFill>
              </a:defRPr>
            </a:pPr>
            <a:r>
              <a:t>  Ziel: 300 Abonnenten = ~€30k/Jahr pro Dorf</a:t>
            </a:r>
          </a:p>
          <a:p>
            <a:pPr>
              <a:spcAft>
                <a:spcPts val="800"/>
              </a:spcAft>
              <a:defRPr sz="1800">
                <a:solidFill>
                  <a:srgbClr val="1C1C1C"/>
                </a:solidFill>
              </a:defRPr>
            </a:pPr>
            <a:r>
              <a:t>  Gemeinde-Anteil: ~€8.600/Jahr</a:t>
            </a:r>
          </a:p>
          <a:p>
            <a:pPr>
              <a:spcAft>
                <a:spcPts val="800"/>
              </a:spcAft>
              <a:defRPr sz="1800">
                <a:solidFill>
                  <a:srgbClr val="1C1C1C"/>
                </a:solidFill>
              </a:defRPr>
            </a:pPr>
            <a:r>
              <a:t>  Dorffonds: ~€4.300/Jahr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7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So funktioniert's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EE7B7"/>
                </a:solidFill>
              </a:defRPr>
            </a:pPr>
            <a:r>
              <a:t>1. Abo wählen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F3D0"/>
                </a:solidFill>
              </a:defRPr>
            </a:pPr>
            <a:r>
              <a:t>Bewohner wählen online ihr Ortskasse-Abo ab €9,90/Monat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EE7B7"/>
                </a:solidFill>
              </a:defRPr>
            </a:pPr>
            <a:r>
              <a:t>2. Karte zeigen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926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F3D0"/>
                </a:solidFill>
              </a:defRPr>
            </a:pPr>
            <a:r>
              <a:t>QR-Code am Handy oder NFC-Karte beim Einkaufen vorzeigen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EE7B7"/>
                </a:solidFill>
              </a:defRPr>
            </a:pPr>
            <a:r>
              <a:t>3. Sofort sparen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926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F3D0"/>
                </a:solidFill>
              </a:defRPr>
            </a:pPr>
            <a:r>
              <a:t>15–25% Rabatt wird direkt abgezogen. Bezahlung wie gewohnt.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Checkout dauert 15 Sekunden. Kein neues Kassensystem nötig.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47357"/>
                </a:solidFill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MVP gebaut und live (Next.js + PostgreSQL + Mollie)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Pilot-Dorf: [Name] — [X] Betriebe angemeldet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[X] Abonnenten in den ersten [Y] Wochen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Key Metrics: Transaktionen/Woche, Retention, NPS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Tech-Stack: Skalierbar auf 500+ Dörfer ohne Code-Änderungen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6B6B"/>
                </a:solidFill>
              </a:defRPr>
            </a:pPr>
            <a:r>
              <a:t>→ Platzhalter — wird mit echten Daten nach Pilotstart gefüllt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47357"/>
                </a:solidFill>
              </a:defRPr>
            </a:pPr>
            <a: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1C1C"/>
                </a:solidFill>
              </a:defRPr>
            </a:pPr>
            <a:r>
              <a:t>Kosten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  CAC: ~€5–10 (Mundpropaganda + Gemeinde-Newsletter)</a:t>
            </a:r>
          </a:p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  Hosting: €8,50/Mo (Hetzner VPS)</a:t>
            </a:r>
          </a:p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  Mollie Gebühren: ~€0,35 + 1,8% pro Transaktion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1C1C"/>
                </a:solidFill>
              </a:defRPr>
            </a:pPr>
            <a:r>
              <a:t>Erträge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4688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  LTV: €150+ (Ø 12+ Monate × €12,90/Mo)</a:t>
            </a:r>
          </a:p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  LTV/CAC Ratio: 15–30x</a:t>
            </a:r>
          </a:p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  Bruttomarge: ~85%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1C1C"/>
                </a:solidFill>
              </a:defRPr>
            </a:pPr>
            <a:r>
              <a:t>Skalierung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  Grenzkosten pro Dorf: €5.000 (Pilot) → €200 (Dorf 50+)</a:t>
            </a:r>
          </a:p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  Template-Modell: gleicher Code, neues Dorf = neuer Tenant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47357"/>
                </a:solidFill>
              </a:defRPr>
            </a:pPr>
            <a:r>
              <a:t>Wettbewerbsvorteil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Gemeinde-Partnerschaft = Distribution Moat (kein Wettbewerber bekommt Gemeinde-Newsletter)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Keine Zahlungslizenz nötig (identifikationsbasiert, nicht zahlungsbasiert)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Genossenschafts-DNA der DACH-Region = kulturelle Passung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Daten-Insights für Gemeinden = politisches Buy-in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  Dorffonds = emotionales Argument für Bürgermeister und Bewohner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</a:defRPr>
            </a:pPr>
            <a:r>
              <a:t>Ortskasse  vs  Dorftaler (3-5% Bonus, Papier)  vs  Payback (0,5% Punkte)  vs  Groupon (einmalig, 50%+ Marge)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47357"/>
                </a:solidFill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C1C1C"/>
                </a:solidFill>
              </a:defRPr>
            </a:pPr>
            <a:r>
              <a:t>[Gründer/in]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6B6B"/>
                </a:solidFill>
              </a:defRPr>
            </a:pPr>
            <a:r>
              <a:t>Technischer Founder — baut und liefert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C1C1C"/>
                </a:solidFill>
              </a:defRPr>
            </a:pPr>
            <a:r>
              <a:t>Beirat (geplant)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6B6B"/>
                </a:solidFill>
              </a:defRPr>
            </a:pPr>
            <a:r>
              <a:t>Bürgermeister · Handwerkskammer · Raiffeisenbank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47357"/>
                </a:solidFill>
              </a:defRPr>
            </a:pPr>
            <a:r>
              <a:t>Finanzierung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C1C1C"/>
                </a:solidFill>
              </a:defRPr>
            </a:pPr>
            <a:r>
              <a:t>Finanzierung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  Bootstrap: ~€2.000 (Domain, GmbH, NFC-Karten)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  AWS PreSeed: bis €200k (80% gefördert)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  FFG Kleinprojekt: bis €88.500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  Startnext Crowdfunding: €15–30k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  Seed: €200–500k (Impact Investoren)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C1C1C"/>
                </a:solidFill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468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  Mo 1–3: 1 Dorf, 200 Abonnenten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  Mo 4–9: 5 Dörfer, 1.000 Abonnenten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  Mo 10–18: 50 Dörfer, 5.000 Abonnenten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  Jahr 2+: 100+ Dörfer, AT/DE/CH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  Profitabilität: 10 Dörfer × 300 Abos = €300k ARR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7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EE7B7"/>
                </a:solidFill>
              </a:defRPr>
            </a:pPr>
            <a:r>
              <a:t>€[X]k für 12 Monate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4747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A7F3D0"/>
                </a:solidFill>
              </a:defRPr>
            </a:pPr>
            <a:r>
              <a:t>  60% Produkt (Features, Mobile App, POS-Integration)</a:t>
            </a:r>
          </a:p>
          <a:p>
            <a:pPr>
              <a:spcAft>
                <a:spcPts val="800"/>
              </a:spcAft>
              <a:defRPr sz="2000">
                <a:solidFill>
                  <a:srgbClr val="A7F3D0"/>
                </a:solidFill>
              </a:defRPr>
            </a:pPr>
            <a:r>
              <a:t>  20% Village Acquisition (Community Manager, Onboarding)</a:t>
            </a:r>
          </a:p>
          <a:p>
            <a:pPr>
              <a:spcAft>
                <a:spcPts val="800"/>
              </a:spcAft>
              <a:defRPr sz="2000">
                <a:solidFill>
                  <a:srgbClr val="A7F3D0"/>
                </a:solidFill>
              </a:defRPr>
            </a:pPr>
            <a:r>
              <a:t>  20% Operations (Hosting, Legal, 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Ziel: 5-Dorf-Modell in 12 Monaten beweisen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F3D0"/>
                </a:solidFill>
              </a:defRPr>
            </a:pPr>
            <a:r>
              <a:t>ortskasse.at · [name]@ortskasse.at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